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5" r:id="rId4"/>
    <p:sldId id="259" r:id="rId5"/>
    <p:sldId id="278" r:id="rId6"/>
    <p:sldId id="277" r:id="rId7"/>
    <p:sldId id="261" r:id="rId8"/>
    <p:sldId id="276" r:id="rId9"/>
    <p:sldId id="262" r:id="rId10"/>
    <p:sldId id="274" r:id="rId11"/>
    <p:sldId id="264" r:id="rId12"/>
    <p:sldId id="271" r:id="rId13"/>
    <p:sldId id="270" r:id="rId14"/>
    <p:sldId id="263" r:id="rId15"/>
    <p:sldId id="265" r:id="rId16"/>
    <p:sldId id="266" r:id="rId17"/>
    <p:sldId id="267" r:id="rId18"/>
    <p:sldId id="268" r:id="rId1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58BBD6-204F-4D96-1847-1009721C9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AAE7385-9C52-556B-E8AC-676DD06AC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696B82-CB51-5AAD-A68E-ED4A30FA8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1C87D81-E4CF-6AD5-29E5-A80073B9C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303858-EEE7-9AC5-657F-354CDD4DB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5975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F6AF51-20E6-4AF9-5D07-C018F090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F9230E-154C-9210-DC2E-90595CD3E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69BB303-F9D9-2255-2212-480A48A4D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6C26BF-0393-B8FE-385D-A5DB39741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F8FAE9-054B-8164-CF8F-74CBC777D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364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9993BD-2828-99CA-6C18-17B57600C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EB4FE1-F8EC-AAD6-5E5E-3EF42D86D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2B6502-CE99-AE87-783E-4D1A5DE3A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0AA4B9-B0E7-ECC4-C23B-A0C8B83E1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199DC9-C96A-E638-D0F2-6F7BBF831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6454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E234C1-5F5F-9142-6F72-CCA423B85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F1D5F8-67AD-8860-EC09-32310BFDF2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B0A1FCF-EFC4-EEFB-9518-4AB4928B34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7318933-74C4-9E0F-0CB0-5EE6F97CA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3266D67-4D8C-FE5B-63C1-0DAE7E4BF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5CB3347-ED1E-266C-561F-3B4B99E27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0257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12A816-E571-7588-B8A4-562D7D6AA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A244516-0A76-1211-47E6-F0348CB38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A5D8872-F887-9C54-56B0-4EA9B247AB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41A9378-C80F-86C6-4DE9-F9065279D1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BB5F498-34EA-B5DC-AB8D-16D78FCAFE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B7C31A8-975E-86BB-6CAB-9CFE75634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7348D8C-B3BE-1272-F7D2-6C55417B8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45DFA37-E772-A967-AAF3-B70F5738A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683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AC8BB1-6E48-96E1-CA56-B276FCA65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03AD145-4328-4CEE-5DD7-9FD4C49F5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A789A72-6C22-D2CC-D5DC-5C77F248A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76CCCE5-2F7A-0FDE-E97F-82AD00802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6134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E89DE27-D622-1ADE-853A-5DD9C4F68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6532452-7721-EF4B-F0E0-0D86D1CDB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33AD80A-F71E-7C1B-B9D7-72C30255C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339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8A6699-7E37-8C4F-01C2-F8CB03103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478760-C8EA-4AFD-4A2A-F1DA10869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895B982-4EE7-3A4D-C061-7A722D49E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295876-89BD-61E8-7775-E92D2DAE1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D0A65AD-CE31-3238-9DE2-5727B84F9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F5A45A-2B16-4F11-BE86-F13E7855E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5121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304917-7587-BE3C-3A3C-B3032F066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9FAD061-00C2-C842-9BEA-15A87D05B8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6A10F09-832D-7EF2-B296-BA1794A34D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ACBDFB6-E26A-12CE-1E7A-A29440BC7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5AB8467-55E7-6F5A-9DA0-058639067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AADCCD2-4982-172B-B745-351A03A57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665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090C9F-4E54-C9FE-C81F-090A110D6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420BC42-F5EF-E91A-FBF8-A39E248839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C6FB9F-23D9-D886-B0E3-C94F83F56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E53F324-EB02-A0BF-70ED-54CE53B95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9B9E1-3D9B-300E-FCCE-7A00D06EF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970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225DA12-DBF2-8D9D-9197-C02FCB7306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95EAAF2-A1DF-58F0-1B2B-6FF6904A08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9812CF-9F89-5DDE-CE90-01211F60F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7BA7B9-738A-9211-AC45-1B09699AB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B97956F-72B1-9441-CE55-7199F3ACB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4730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41FC58B-4780-7F51-5DE6-93B0C4692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D2847C3-B07D-2F7A-97F3-916215C5E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54A70FE-F51B-7E16-F13C-A9BD1B5C1E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B83883-7D35-4165-90D1-08F5B397DD95}" type="datetimeFigureOut">
              <a:rPr lang="fr-FR" smtClean="0"/>
              <a:t>28/02/2025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4E454F0-27A9-6668-2678-E4A3EE8C73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4CBC7F-61EB-39D5-9189-ED0195522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41521-9BE8-4EEF-BBB8-7DC561390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964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B3D578-2BDE-CA5B-4393-5A7CF6D9B3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Obscuration de contenu numérique dans une image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72F4B9F-CFA1-7FF3-619F-FB929CAB3C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Valentin Noyé </a:t>
            </a:r>
          </a:p>
        </p:txBody>
      </p:sp>
    </p:spTree>
    <p:extLst>
      <p:ext uri="{BB962C8B-B14F-4D97-AF65-F5344CB8AC3E}">
        <p14:creationId xmlns:p14="http://schemas.microsoft.com/office/powerpoint/2010/main" val="3692854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854AB-8FB3-16D0-B202-4E370425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F26C3A-62AD-9897-387A-317871456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8F79BCE3-B738-6926-9A88-9720A3271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81085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9738F-08F1-4627-856B-76F322F4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BCB90DE-1C27-2546-963A-20A41C831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</a:t>
            </a:r>
          </a:p>
        </p:txBody>
      </p:sp>
      <p:pic>
        <p:nvPicPr>
          <p:cNvPr id="2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800F019-0540-9596-637D-FBE58B859D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965" y="2520112"/>
            <a:ext cx="3111201" cy="1817779"/>
          </a:xfrm>
        </p:spPr>
      </p:pic>
      <p:pic>
        <p:nvPicPr>
          <p:cNvPr id="5" name="Image 4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55F43A82-C663-42E8-3834-02DB6AC39E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0399" y="2520110"/>
            <a:ext cx="3111201" cy="1817780"/>
          </a:xfrm>
          <a:prstGeom prst="rect">
            <a:avLst/>
          </a:prstGeom>
        </p:spPr>
      </p:pic>
      <p:pic>
        <p:nvPicPr>
          <p:cNvPr id="6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5A1E8B95-9AE8-F457-8E70-FA48E11A49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834" y="2520111"/>
            <a:ext cx="3111201" cy="1817779"/>
          </a:xfrm>
          <a:prstGeom prst="rect">
            <a:avLst/>
          </a:prstGeom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BCB88524-6E3A-D7AE-5227-80D7AB2E6AA3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3448166" y="3429000"/>
            <a:ext cx="1092233" cy="2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81C3C877-D99B-0767-F315-AA8C41407713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651600" y="3429000"/>
            <a:ext cx="1092234" cy="1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Image 2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504DAEFD-FB55-FFA5-1950-1FE7588E16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831" y="2627762"/>
            <a:ext cx="585940" cy="585940"/>
          </a:xfrm>
          <a:prstGeom prst="rect">
            <a:avLst/>
          </a:prstGeom>
        </p:spPr>
      </p:pic>
      <p:pic>
        <p:nvPicPr>
          <p:cNvPr id="8" name="Image 7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A1273A7F-38DD-CFC7-79BA-C991DB2378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5275" y="2627762"/>
            <a:ext cx="585940" cy="585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107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B8F47-BCE2-68CB-F800-09787E329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BD479F2-727F-3E4F-7BFF-C6357A508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d’obscuration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CBC79F00-BB2A-7AC2-883A-C7311A049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802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BFC27-82A8-22DE-0F83-C2C19DD53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4429E02-96A9-7094-D385-ACE9022F0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Pipeline</a:t>
            </a:r>
          </a:p>
        </p:txBody>
      </p:sp>
      <p:pic>
        <p:nvPicPr>
          <p:cNvPr id="6" name="Image 5" descr="Une image contenant texte, tableau blanc, écriture manuscrite, dessin&#10;&#10;Le contenu généré par l’IA peut être incorrect.">
            <a:extLst>
              <a:ext uri="{FF2B5EF4-FFF2-40B4-BE49-F238E27FC236}">
                <a16:creationId xmlns:a16="http://schemas.microsoft.com/office/drawing/2014/main" id="{6090D6EA-3A10-5AAE-0760-B86CBD22BA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7091" y="1544062"/>
            <a:ext cx="8597817" cy="4948813"/>
          </a:xfrm>
          <a:prstGeom prst="rect">
            <a:avLst/>
          </a:prstGeom>
        </p:spPr>
      </p:pic>
      <p:pic>
        <p:nvPicPr>
          <p:cNvPr id="11" name="Image 10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3773FB2F-5914-9C99-B38F-51E873A049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1336" y="2969596"/>
            <a:ext cx="346795" cy="346795"/>
          </a:xfrm>
          <a:prstGeom prst="rect">
            <a:avLst/>
          </a:prstGeom>
        </p:spPr>
      </p:pic>
      <p:pic>
        <p:nvPicPr>
          <p:cNvPr id="12" name="Image 11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831F6955-87F5-7675-670B-1BA78AC517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7033" y="4667017"/>
            <a:ext cx="346795" cy="346795"/>
          </a:xfrm>
          <a:prstGeom prst="rect">
            <a:avLst/>
          </a:prstGeom>
        </p:spPr>
      </p:pic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20173FB9-A665-4369-4F25-0A2F8103317E}"/>
              </a:ext>
            </a:extLst>
          </p:cNvPr>
          <p:cNvSpPr/>
          <p:nvPr/>
        </p:nvSpPr>
        <p:spPr>
          <a:xfrm>
            <a:off x="2245489" y="1435261"/>
            <a:ext cx="8241174" cy="3472405"/>
          </a:xfrm>
          <a:custGeom>
            <a:avLst/>
            <a:gdLst>
              <a:gd name="connsiteX0" fmla="*/ 0 w 8310622"/>
              <a:gd name="connsiteY0" fmla="*/ 0 h 3472405"/>
              <a:gd name="connsiteX1" fmla="*/ 8310622 w 8310622"/>
              <a:gd name="connsiteY1" fmla="*/ 57873 h 3472405"/>
              <a:gd name="connsiteX2" fmla="*/ 8310622 w 8310622"/>
              <a:gd name="connsiteY2" fmla="*/ 3472405 h 3472405"/>
              <a:gd name="connsiteX3" fmla="*/ 3472405 w 8310622"/>
              <a:gd name="connsiteY3" fmla="*/ 3472405 h 3472405"/>
              <a:gd name="connsiteX4" fmla="*/ 3472405 w 8310622"/>
              <a:gd name="connsiteY4" fmla="*/ 1840374 h 3472405"/>
              <a:gd name="connsiteX5" fmla="*/ 11574 w 8310622"/>
              <a:gd name="connsiteY5" fmla="*/ 1840374 h 3472405"/>
              <a:gd name="connsiteX6" fmla="*/ 0 w 8310622"/>
              <a:gd name="connsiteY6" fmla="*/ 0 h 34724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10622" h="3472405">
                <a:moveTo>
                  <a:pt x="0" y="0"/>
                </a:moveTo>
                <a:lnTo>
                  <a:pt x="8310622" y="57873"/>
                </a:lnTo>
                <a:lnTo>
                  <a:pt x="8310622" y="3472405"/>
                </a:lnTo>
                <a:lnTo>
                  <a:pt x="3472405" y="3472405"/>
                </a:lnTo>
                <a:lnTo>
                  <a:pt x="3472405" y="1840374"/>
                </a:lnTo>
                <a:lnTo>
                  <a:pt x="11574" y="1840374"/>
                </a:lnTo>
                <a:lnTo>
                  <a:pt x="0" y="0"/>
                </a:lnTo>
                <a:close/>
              </a:path>
            </a:pathLst>
          </a:cu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52A544FB-430F-5F63-CC63-F8BE406F3382}"/>
              </a:ext>
            </a:extLst>
          </p:cNvPr>
          <p:cNvSpPr/>
          <p:nvPr/>
        </p:nvSpPr>
        <p:spPr>
          <a:xfrm>
            <a:off x="1562582" y="3345084"/>
            <a:ext cx="5220183" cy="3183038"/>
          </a:xfrm>
          <a:custGeom>
            <a:avLst/>
            <a:gdLst>
              <a:gd name="connsiteX0" fmla="*/ 69448 w 5220183"/>
              <a:gd name="connsiteY0" fmla="*/ 0 h 3183038"/>
              <a:gd name="connsiteX1" fmla="*/ 4097438 w 5220183"/>
              <a:gd name="connsiteY1" fmla="*/ 0 h 3183038"/>
              <a:gd name="connsiteX2" fmla="*/ 5220183 w 5220183"/>
              <a:gd name="connsiteY2" fmla="*/ 0 h 3183038"/>
              <a:gd name="connsiteX3" fmla="*/ 5220183 w 5220183"/>
              <a:gd name="connsiteY3" fmla="*/ 1574157 h 3183038"/>
              <a:gd name="connsiteX4" fmla="*/ 5220183 w 5220183"/>
              <a:gd name="connsiteY4" fmla="*/ 3183038 h 3183038"/>
              <a:gd name="connsiteX5" fmla="*/ 0 w 5220183"/>
              <a:gd name="connsiteY5" fmla="*/ 3183038 h 3183038"/>
              <a:gd name="connsiteX6" fmla="*/ 69448 w 5220183"/>
              <a:gd name="connsiteY6" fmla="*/ 0 h 3183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20183" h="3183038">
                <a:moveTo>
                  <a:pt x="69448" y="0"/>
                </a:moveTo>
                <a:lnTo>
                  <a:pt x="4097438" y="0"/>
                </a:lnTo>
                <a:lnTo>
                  <a:pt x="5220183" y="0"/>
                </a:lnTo>
                <a:lnTo>
                  <a:pt x="5220183" y="1574157"/>
                </a:lnTo>
                <a:lnTo>
                  <a:pt x="5220183" y="3183038"/>
                </a:lnTo>
                <a:lnTo>
                  <a:pt x="0" y="3183038"/>
                </a:lnTo>
                <a:lnTo>
                  <a:pt x="69448" y="0"/>
                </a:lnTo>
                <a:close/>
              </a:path>
            </a:pathLst>
          </a:custGeom>
          <a:noFill/>
          <a:ln w="571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C1D8F9E-E9B9-39C7-9CB2-006167BF1FE1}"/>
              </a:ext>
            </a:extLst>
          </p:cNvPr>
          <p:cNvSpPr txBox="1"/>
          <p:nvPr/>
        </p:nvSpPr>
        <p:spPr>
          <a:xfrm>
            <a:off x="1562581" y="6032794"/>
            <a:ext cx="39353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Désobscuration</a:t>
            </a:r>
            <a:endParaRPr lang="fr-FR" sz="28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1F40674-9A53-3746-2562-F59FCB63CA02}"/>
              </a:ext>
            </a:extLst>
          </p:cNvPr>
          <p:cNvSpPr txBox="1"/>
          <p:nvPr/>
        </p:nvSpPr>
        <p:spPr>
          <a:xfrm>
            <a:off x="7017275" y="4343851"/>
            <a:ext cx="3377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2800" dirty="0">
                <a:solidFill>
                  <a:srgbClr val="FF0000"/>
                </a:solidFill>
              </a:rPr>
              <a:t>Obscuration</a:t>
            </a:r>
            <a:endParaRPr lang="fr-FR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046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63F39-6D4A-7131-18B1-FDA6C4EEC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473079C-6D2E-CE0A-FB72-90FB6C09A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Obscuration</a:t>
            </a:r>
          </a:p>
        </p:txBody>
      </p:sp>
      <p:pic>
        <p:nvPicPr>
          <p:cNvPr id="6" name="Image 5" descr="Une image contenant texte, tableau blanc, écriture manuscrite, dessin&#10;&#10;Le contenu généré par l’IA peut être incorrect.">
            <a:extLst>
              <a:ext uri="{FF2B5EF4-FFF2-40B4-BE49-F238E27FC236}">
                <a16:creationId xmlns:a16="http://schemas.microsoft.com/office/drawing/2014/main" id="{61869FB0-B1F6-5533-4DD8-2A58B9EAC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7091" y="1544062"/>
            <a:ext cx="8597817" cy="4948813"/>
          </a:xfrm>
          <a:prstGeom prst="rect">
            <a:avLst/>
          </a:prstGeom>
        </p:spPr>
      </p:pic>
      <p:cxnSp>
        <p:nvCxnSpPr>
          <p:cNvPr id="2" name="Connecteur droit avec flèche 1">
            <a:extLst>
              <a:ext uri="{FF2B5EF4-FFF2-40B4-BE49-F238E27FC236}">
                <a16:creationId xmlns:a16="http://schemas.microsoft.com/office/drawing/2014/main" id="{D0885E69-F931-79FB-BE1C-22CC64C969A7}"/>
              </a:ext>
            </a:extLst>
          </p:cNvPr>
          <p:cNvCxnSpPr>
            <a:cxnSpLocks/>
          </p:cNvCxnSpPr>
          <p:nvPr/>
        </p:nvCxnSpPr>
        <p:spPr>
          <a:xfrm flipH="1">
            <a:off x="6319777" y="2245489"/>
            <a:ext cx="1053297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8ADDBE3D-4A05-8F80-62D0-FCF2D211BB68}"/>
              </a:ext>
            </a:extLst>
          </p:cNvPr>
          <p:cNvCxnSpPr>
            <a:cxnSpLocks/>
          </p:cNvCxnSpPr>
          <p:nvPr/>
        </p:nvCxnSpPr>
        <p:spPr>
          <a:xfrm flipH="1">
            <a:off x="6319777" y="4041494"/>
            <a:ext cx="829520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Image 8">
            <a:extLst>
              <a:ext uri="{FF2B5EF4-FFF2-40B4-BE49-F238E27FC236}">
                <a16:creationId xmlns:a16="http://schemas.microsoft.com/office/drawing/2014/main" id="{90782E12-4DCA-E238-4A15-F79D88AA2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162" y="1690688"/>
            <a:ext cx="1102006" cy="1102006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31D5C6F-A18C-2C8A-149E-A8FCB80D13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162" y="3514304"/>
            <a:ext cx="1102006" cy="1102006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B40B3E9-713E-917B-4022-353CE90E6A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7168" y="1702264"/>
            <a:ext cx="3677878" cy="11020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FB429C35-C3F7-4562-AB1B-57F64CF9E3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7168" y="3514304"/>
            <a:ext cx="3677878" cy="109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451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7E02C-17F7-5875-1142-C13C19B7E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CFBFA86-AF45-8C1F-BE6A-F2EA9B4D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Obscuration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7BCE01F-3D52-B7A7-2E46-D0CB2617D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47666"/>
            <a:ext cx="5342681" cy="5342681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41C3444C-92FE-E1A3-148C-CFA6B2E78036}"/>
              </a:ext>
            </a:extLst>
          </p:cNvPr>
          <p:cNvSpPr txBox="1"/>
          <p:nvPr/>
        </p:nvSpPr>
        <p:spPr>
          <a:xfrm>
            <a:off x="6562845" y="3544186"/>
            <a:ext cx="49645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V</a:t>
            </a:r>
            <a:r>
              <a:rPr lang="fr-FR" sz="2400" dirty="0"/>
              <a:t>T</a:t>
            </a:r>
            <a:r>
              <a:rPr lang="fr-FR" sz="4000" dirty="0"/>
              <a:t> = V</a:t>
            </a:r>
            <a:r>
              <a:rPr lang="fr-FR" sz="2400" dirty="0"/>
              <a:t>I’</a:t>
            </a:r>
            <a:r>
              <a:rPr lang="fr-FR" sz="4000" dirty="0"/>
              <a:t> + </a:t>
            </a:r>
            <a:r>
              <a:rPr lang="fr-FR" sz="4000" dirty="0" err="1"/>
              <a:t>V</a:t>
            </a:r>
            <a:r>
              <a:rPr lang="fr-FR" sz="2400" dirty="0" err="1"/>
              <a:t>p</a:t>
            </a:r>
            <a:r>
              <a:rPr lang="fr-FR" sz="1600" dirty="0" err="1"/>
              <a:t>dest</a:t>
            </a:r>
            <a:r>
              <a:rPr lang="fr-FR" sz="4000" dirty="0"/>
              <a:t> – </a:t>
            </a:r>
            <a:r>
              <a:rPr lang="fr-FR" sz="4000" dirty="0" err="1"/>
              <a:t>V</a:t>
            </a:r>
            <a:r>
              <a:rPr lang="fr-FR" sz="2400" dirty="0" err="1"/>
              <a:t>p</a:t>
            </a:r>
            <a:r>
              <a:rPr lang="fr-FR" sz="1600" dirty="0" err="1"/>
              <a:t>source</a:t>
            </a:r>
            <a:r>
              <a:rPr lang="fr-FR" sz="4000" dirty="0"/>
              <a:t> 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AF45092D-653A-5AFD-D0EC-F9778C7A10D5}"/>
              </a:ext>
            </a:extLst>
          </p:cNvPr>
          <p:cNvCxnSpPr/>
          <p:nvPr/>
        </p:nvCxnSpPr>
        <p:spPr>
          <a:xfrm flipH="1" flipV="1">
            <a:off x="3877519" y="2314937"/>
            <a:ext cx="1388962" cy="83337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A37658A2-F2AE-CDD9-133D-20EFC9FE8288}"/>
              </a:ext>
            </a:extLst>
          </p:cNvPr>
          <p:cNvCxnSpPr/>
          <p:nvPr/>
        </p:nvCxnSpPr>
        <p:spPr>
          <a:xfrm flipH="1" flipV="1">
            <a:off x="3972046" y="2710809"/>
            <a:ext cx="1388962" cy="83337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31582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3BB4A-2E0B-EFA4-C00B-143961D3C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191F95EB-041C-61E0-5246-2768BE00B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Obscuration</a:t>
            </a:r>
          </a:p>
        </p:txBody>
      </p:sp>
      <p:pic>
        <p:nvPicPr>
          <p:cNvPr id="6" name="Image 5" descr="Une image contenant texte, tableau blanc, écriture manuscrite, dessin&#10;&#10;Le contenu généré par l’IA peut être incorrect.">
            <a:extLst>
              <a:ext uri="{FF2B5EF4-FFF2-40B4-BE49-F238E27FC236}">
                <a16:creationId xmlns:a16="http://schemas.microsoft.com/office/drawing/2014/main" id="{260E9349-1B75-A151-0E7D-9D21C4AEC0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7091" y="1544062"/>
            <a:ext cx="8597817" cy="4948813"/>
          </a:xfrm>
          <a:prstGeom prst="rect">
            <a:avLst/>
          </a:prstGeom>
        </p:spPr>
      </p:pic>
      <p:pic>
        <p:nvPicPr>
          <p:cNvPr id="11" name="Image 10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CCFBB498-2BDA-FD52-A0E9-1A408B2B4E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1336" y="2969596"/>
            <a:ext cx="346795" cy="346795"/>
          </a:xfrm>
          <a:prstGeom prst="rect">
            <a:avLst/>
          </a:prstGeom>
        </p:spPr>
      </p:pic>
      <p:pic>
        <p:nvPicPr>
          <p:cNvPr id="12" name="Image 11" descr="Une image contenant objets en métal, clé&#10;&#10;Le contenu généré par l’IA peut être incorrect.">
            <a:extLst>
              <a:ext uri="{FF2B5EF4-FFF2-40B4-BE49-F238E27FC236}">
                <a16:creationId xmlns:a16="http://schemas.microsoft.com/office/drawing/2014/main" id="{DCBB8939-77A3-358F-9DA2-B429A91E9F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7033" y="4667017"/>
            <a:ext cx="346795" cy="346795"/>
          </a:xfrm>
          <a:prstGeom prst="rect">
            <a:avLst/>
          </a:prstGeom>
        </p:spPr>
      </p:pic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08C566F6-CED7-441D-BA80-6C27E3C0567C}"/>
              </a:ext>
            </a:extLst>
          </p:cNvPr>
          <p:cNvCxnSpPr>
            <a:cxnSpLocks/>
          </p:cNvCxnSpPr>
          <p:nvPr/>
        </p:nvCxnSpPr>
        <p:spPr>
          <a:xfrm>
            <a:off x="7477246" y="3125165"/>
            <a:ext cx="0" cy="1541852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Image 7">
            <a:extLst>
              <a:ext uri="{FF2B5EF4-FFF2-40B4-BE49-F238E27FC236}">
                <a16:creationId xmlns:a16="http://schemas.microsoft.com/office/drawing/2014/main" id="{D558F07C-F3E6-BCF1-5A53-95C7D2C1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8337" y="4735770"/>
            <a:ext cx="8597818" cy="84417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42E98DE2-B1BA-74A4-9D16-F07F74554FB4}"/>
              </a:ext>
            </a:extLst>
          </p:cNvPr>
          <p:cNvSpPr txBox="1"/>
          <p:nvPr/>
        </p:nvSpPr>
        <p:spPr>
          <a:xfrm>
            <a:off x="7535293" y="3418110"/>
            <a:ext cx="424086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dirty="0">
                <a:solidFill>
                  <a:schemeClr val="accent1"/>
                </a:solidFill>
              </a:rPr>
              <a:t>Prototype :</a:t>
            </a:r>
          </a:p>
          <a:p>
            <a:r>
              <a:rPr lang="fr-FR" sz="3200" dirty="0">
                <a:solidFill>
                  <a:schemeClr val="accent1"/>
                </a:solidFill>
              </a:rPr>
              <a:t>Moyenne par classe</a:t>
            </a:r>
          </a:p>
        </p:txBody>
      </p:sp>
    </p:spTree>
    <p:extLst>
      <p:ext uri="{BB962C8B-B14F-4D97-AF65-F5344CB8AC3E}">
        <p14:creationId xmlns:p14="http://schemas.microsoft.com/office/powerpoint/2010/main" val="187337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88587-B02D-FF18-21ED-05A9EE582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38B2FF5-8768-6A3B-C884-FCE422AB9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Désobscuration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C75D1C-D7DF-C95F-9B03-A4F9D59A8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0449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FCF8B-8B9C-1C4C-4048-3E2F428FC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B81A7F8-10FB-A356-B835-092DBDC51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Classification</a:t>
            </a:r>
          </a:p>
        </p:txBody>
      </p:sp>
      <p:pic>
        <p:nvPicPr>
          <p:cNvPr id="2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04B81478-E626-3497-7765-9779A382A8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965" y="2043321"/>
            <a:ext cx="3111201" cy="1817779"/>
          </a:xfrm>
        </p:spPr>
      </p:pic>
      <p:pic>
        <p:nvPicPr>
          <p:cNvPr id="5" name="Image 4" descr="Une image contenant symbole, noir, noir et blanc, obscurité&#10;&#10;Le contenu généré par l’IA peut être incorrect.">
            <a:extLst>
              <a:ext uri="{FF2B5EF4-FFF2-40B4-BE49-F238E27FC236}">
                <a16:creationId xmlns:a16="http://schemas.microsoft.com/office/drawing/2014/main" id="{DB812EC2-0BF1-BD6A-B808-C82C8E7974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0399" y="2043319"/>
            <a:ext cx="3111201" cy="1817780"/>
          </a:xfrm>
          <a:prstGeom prst="rect">
            <a:avLst/>
          </a:prstGeom>
        </p:spPr>
      </p:pic>
      <p:pic>
        <p:nvPicPr>
          <p:cNvPr id="6" name="Espace réservé du contenu 6" descr="Une image contenant noir, noir et blanc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FDD1D612-0C41-8330-FCAC-648C4461E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3834" y="2043320"/>
            <a:ext cx="3111201" cy="1817779"/>
          </a:xfrm>
          <a:prstGeom prst="rect">
            <a:avLst/>
          </a:prstGeom>
        </p:spPr>
      </p:pic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4AE38404-302E-E1FF-9E8C-E9D723BDBB20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3448166" y="2952209"/>
            <a:ext cx="1092233" cy="2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97DE6B9-4ED3-1688-034C-F18AC30F3F4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7651600" y="2952209"/>
            <a:ext cx="1092234" cy="1"/>
          </a:xfrm>
          <a:prstGeom prst="straightConnector1">
            <a:avLst/>
          </a:prstGeom>
          <a:ln w="7620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rganigramme : Opération manuelle 20">
            <a:extLst>
              <a:ext uri="{FF2B5EF4-FFF2-40B4-BE49-F238E27FC236}">
                <a16:creationId xmlns:a16="http://schemas.microsoft.com/office/drawing/2014/main" id="{059B107D-2B17-2723-3E19-81F1EBA45244}"/>
              </a:ext>
            </a:extLst>
          </p:cNvPr>
          <p:cNvSpPr/>
          <p:nvPr/>
        </p:nvSpPr>
        <p:spPr>
          <a:xfrm>
            <a:off x="336964" y="4127185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2" name="Organigramme : Opération manuelle 21">
            <a:extLst>
              <a:ext uri="{FF2B5EF4-FFF2-40B4-BE49-F238E27FC236}">
                <a16:creationId xmlns:a16="http://schemas.microsoft.com/office/drawing/2014/main" id="{D7449BED-3A17-6CEF-189B-D7A53AAAB75F}"/>
              </a:ext>
            </a:extLst>
          </p:cNvPr>
          <p:cNvSpPr/>
          <p:nvPr/>
        </p:nvSpPr>
        <p:spPr>
          <a:xfrm>
            <a:off x="4540399" y="4127185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3" name="Organigramme : Opération manuelle 22">
            <a:extLst>
              <a:ext uri="{FF2B5EF4-FFF2-40B4-BE49-F238E27FC236}">
                <a16:creationId xmlns:a16="http://schemas.microsoft.com/office/drawing/2014/main" id="{D89C4E99-BE03-F09E-4342-21683CAF3BF3}"/>
              </a:ext>
            </a:extLst>
          </p:cNvPr>
          <p:cNvSpPr/>
          <p:nvPr/>
        </p:nvSpPr>
        <p:spPr>
          <a:xfrm>
            <a:off x="8743834" y="4127185"/>
            <a:ext cx="3111201" cy="532449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Classifieur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F38835E8-1BDA-2089-18D4-423ECF7ABBDA}"/>
              </a:ext>
            </a:extLst>
          </p:cNvPr>
          <p:cNvSpPr txBox="1"/>
          <p:nvPr/>
        </p:nvSpPr>
        <p:spPr>
          <a:xfrm>
            <a:off x="509934" y="4753143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D678E2F8-D19D-E55E-08FE-69542C25BB1A}"/>
              </a:ext>
            </a:extLst>
          </p:cNvPr>
          <p:cNvSpPr txBox="1"/>
          <p:nvPr/>
        </p:nvSpPr>
        <p:spPr>
          <a:xfrm>
            <a:off x="8916809" y="4753143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3	6	2</a:t>
            </a:r>
            <a:endParaRPr lang="fr-FR" sz="3600" u="sng" dirty="0">
              <a:latin typeface="Arial" panose="020B0604020202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D5F7E9D-4FCE-F996-C77B-26A034D44623}"/>
              </a:ext>
            </a:extLst>
          </p:cNvPr>
          <p:cNvSpPr txBox="1"/>
          <p:nvPr/>
        </p:nvSpPr>
        <p:spPr>
          <a:xfrm>
            <a:off x="4713369" y="4753143"/>
            <a:ext cx="2765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4	1	7</a:t>
            </a:r>
            <a:endParaRPr lang="fr-FR" sz="3600" u="sng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7077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9C7D-9190-3285-685A-0835509C9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5960F337-5026-B9F6-61D5-BAC92D53A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77EEE994-67AA-F807-904A-81D4C1F11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724025"/>
            <a:ext cx="11239500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826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ACEF8-91AA-3115-2DD9-E6EFF2B15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2EB8D0D-8F0A-226B-B93B-59329DD22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8BEDDF2-6315-BF52-AEB9-25E82C996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890" y="1331088"/>
            <a:ext cx="5422739" cy="542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123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B248C-11C1-0274-A565-A72A3CB43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DD6BD922-185A-8B1B-45E5-F040C9787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7145063-CB20-FEA4-0B51-7F0CBF61C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07" y="1399074"/>
            <a:ext cx="6483000" cy="51864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1C35450B-87C8-2E1B-9216-F2FC9B0B3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749" y="1399074"/>
            <a:ext cx="6483000" cy="51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462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2780-808D-1F11-4E9A-4E8B8CF74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7FA21B2-BB2F-001A-CCD4-D00101E4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Attaque et défense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8A1A3114-A231-B01F-EE65-720169F81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514794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866A7-8450-103C-0D3C-61722B59E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3DEFD9E-3A54-4A41-5E4D-D8882A45F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Détection de traces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3759A2-9DFE-F1B3-EB6F-9FC4AB050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5169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E08F3-7F25-C1BF-95DB-E1E3867CF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ECCE192-ABCC-C030-08E1-D0C17A212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Reconnaissance de la classe source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16DB553-CEAC-F9D6-1450-58974234C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9380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84870-DFFF-DD20-FE88-D000261F9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5BAEDED-B11B-C8CB-A0C9-29A2484FC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Résultats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CFD80D-E9DF-B758-EEE7-2B3728E42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74349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B0FF0-D8F9-C769-7A64-6AD0A50C9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1C0F03A-00C9-4C00-9802-C712BFF0F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7B4AEEAB-3777-F2BC-884D-17E2D71E6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9403733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</TotalTime>
  <Words>68</Words>
  <Application>Microsoft Office PowerPoint</Application>
  <PresentationFormat>Grand écran</PresentationFormat>
  <Paragraphs>30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Thème Office</vt:lpstr>
      <vt:lpstr>Obscuration de contenu numérique dans une image</vt:lpstr>
      <vt:lpstr>Contexte</vt:lpstr>
      <vt:lpstr>Solution</vt:lpstr>
      <vt:lpstr>Méthode d’obscuration</vt:lpstr>
      <vt:lpstr>Pipeline</vt:lpstr>
      <vt:lpstr>Obscuration</vt:lpstr>
      <vt:lpstr>Obscuration</vt:lpstr>
      <vt:lpstr>Obscuration</vt:lpstr>
      <vt:lpstr>Désobscuration</vt:lpstr>
      <vt:lpstr>Classification</vt:lpstr>
      <vt:lpstr>Résultats</vt:lpstr>
      <vt:lpstr>Résultats</vt:lpstr>
      <vt:lpstr>Résultats</vt:lpstr>
      <vt:lpstr>Attaque et défense</vt:lpstr>
      <vt:lpstr>Détection de traces</vt:lpstr>
      <vt:lpstr>Reconnaissance de la classe source</vt:lpstr>
      <vt:lpstr>Résultats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Valentin Noye</dc:creator>
  <cp:lastModifiedBy>Valentin Noye</cp:lastModifiedBy>
  <cp:revision>18</cp:revision>
  <dcterms:created xsi:type="dcterms:W3CDTF">2025-02-28T08:29:14Z</dcterms:created>
  <dcterms:modified xsi:type="dcterms:W3CDTF">2025-02-28T15:33:33Z</dcterms:modified>
</cp:coreProperties>
</file>